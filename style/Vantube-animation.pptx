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63" r:id="rId4"/>
    <p:sldId id="274" r:id="rId5"/>
    <p:sldId id="258" r:id="rId6"/>
    <p:sldId id="264" r:id="rId7"/>
    <p:sldId id="275" r:id="rId8"/>
    <p:sldId id="257" r:id="rId9"/>
    <p:sldId id="276" r:id="rId10"/>
    <p:sldId id="265" r:id="rId11"/>
    <p:sldId id="277" r:id="rId12"/>
    <p:sldId id="266" r:id="rId13"/>
    <p:sldId id="278" r:id="rId14"/>
    <p:sldId id="267" r:id="rId15"/>
    <p:sldId id="279" r:id="rId16"/>
    <p:sldId id="259" r:id="rId17"/>
    <p:sldId id="280" r:id="rId18"/>
    <p:sldId id="268" r:id="rId19"/>
    <p:sldId id="281" r:id="rId20"/>
    <p:sldId id="260" r:id="rId21"/>
    <p:sldId id="282" r:id="rId22"/>
    <p:sldId id="269" r:id="rId23"/>
    <p:sldId id="283" r:id="rId24"/>
    <p:sldId id="261" r:id="rId25"/>
    <p:sldId id="284" r:id="rId26"/>
    <p:sldId id="270" r:id="rId27"/>
    <p:sldId id="285" r:id="rId28"/>
    <p:sldId id="271" r:id="rId29"/>
    <p:sldId id="286" r:id="rId30"/>
    <p:sldId id="272" r:id="rId31"/>
    <p:sldId id="287" r:id="rId32"/>
    <p:sldId id="262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24BC"/>
    <a:srgbClr val="7D22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>
      <p:cViewPr varScale="1">
        <p:scale>
          <a:sx n="66" d="100"/>
          <a:sy n="66" d="100"/>
        </p:scale>
        <p:origin x="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6940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458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9339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51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939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91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10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3927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015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631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84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539EA-C022-4736-9143-FD68BD822A01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26FEC-06FE-418E-B8BF-BE4AFBACD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533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3662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50"/>
    </mc:Choice>
    <mc:Fallback>
      <p:transition advClick="0" advTm="15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337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54776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50"/>
    </mc:Choice>
    <mc:Fallback>
      <p:transition advClick="0" advTm="15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405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54662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50"/>
    </mc:Choice>
    <mc:Fallback>
      <p:transition advClick="0" advTm="15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472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6056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150"/>
    </mc:Choice>
    <mc:Fallback>
      <p:transition advClick="0" advTm="15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59661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675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9487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742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2317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494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877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9284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933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91859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000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26250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068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8479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135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4977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203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804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270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60034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3851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417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1345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485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2203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552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0745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3518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687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0127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755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8389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822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650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799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957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853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2025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59314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2092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14529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377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67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3044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135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218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2028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8218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2192000" cy="6861000"/>
          </a:xfrm>
          <a:prstGeom prst="rect">
            <a:avLst/>
          </a:prstGeom>
          <a:gradFill flip="none" rotWithShape="1">
            <a:gsLst>
              <a:gs pos="71000">
                <a:srgbClr val="2E24B6"/>
              </a:gs>
              <a:gs pos="28656">
                <a:srgbClr val="6522A8"/>
              </a:gs>
              <a:gs pos="50000">
                <a:srgbClr val="4923AF"/>
              </a:gs>
              <a:gs pos="9000">
                <a:srgbClr val="7D22A2"/>
              </a:gs>
              <a:gs pos="91000">
                <a:srgbClr val="1424BC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1625372" y="2499476"/>
            <a:ext cx="8941256" cy="1862048"/>
            <a:chOff x="1833939" y="2619000"/>
            <a:chExt cx="8941256" cy="1862048"/>
          </a:xfrm>
        </p:grpSpPr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3939" y="2830052"/>
              <a:ext cx="1922061" cy="1439944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116000" y="2619000"/>
              <a:ext cx="6659195" cy="18620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500" dirty="0" smtClean="0">
                  <a:solidFill>
                    <a:schemeClr val="bg1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Welcome!</a:t>
              </a:r>
              <a:endParaRPr lang="ru-RU" sz="115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4904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150">
        <p:fade/>
      </p:transition>
    </mc:Choice>
    <mc:Fallback>
      <p:transition advTm="15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64</Words>
  <Application>Microsoft Office PowerPoint</Application>
  <PresentationFormat>Широкоэкранный</PresentationFormat>
  <Paragraphs>32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7" baseType="lpstr">
      <vt:lpstr>Arial</vt:lpstr>
      <vt:lpstr>Calibri</vt:lpstr>
      <vt:lpstr>Calibri Light</vt:lpstr>
      <vt:lpstr>Segoe UI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</dc:creator>
  <cp:lastModifiedBy> андрей </cp:lastModifiedBy>
  <cp:revision>7</cp:revision>
  <dcterms:created xsi:type="dcterms:W3CDTF">2026-02-12T16:02:55Z</dcterms:created>
  <dcterms:modified xsi:type="dcterms:W3CDTF">2026-02-12T17:02:24Z</dcterms:modified>
</cp:coreProperties>
</file>